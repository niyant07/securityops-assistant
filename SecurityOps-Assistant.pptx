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SecurityOps Assistant is a local, offline desktop app for authorized security assessments on Kali Linux.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product unifies planning, execution, evidence, and reporting into one local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Safety is enforced structurally: refusal at planning, approval gates, template-only commands, audit logging.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built-in plugin tabs. New capabilities are added by dropping a module into the plugins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12-step loop. Highlighted step 6 is the mandatory approval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Walkthrough of the example goal: plan, approval, live output, and extracted findings.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manual tabs: tool launcher, project/asset/finding management, and report generation.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Bounty usage: import scope, hard scope-gate validation, methodology workflow, report with reproduction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Installation via the one-shot script; first-run behavior and the optional local LLM.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code explanation portion.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layers; the core is GUI-agnostic so it is testable headlessly.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Directory layout and the test suite that covers non-GUI logic.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Core services: config, logging, database repositories, threading, tool catalog, plugin manager.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tool catalog is declarative; commands are always built from templates and split without a shell.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modules: plan model, planner, parsers, engine, explainer.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Planner pipeline: refuse → extract target → select tools → build vetted commands.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Bug Bounty module code: scope, methodology, planner, report, and how it integrates with the platform.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engine runs approved steps in order via QProcess and records everything for audit.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LLM is optional and local; the app degrades to deterministic rules without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Plugins subclass PluginBase and are auto-discovered; the GUI wires them into tabs via AppContext.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report generator assembles all project data and renders HTML, PDF, or Markdown.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Quality metrics and closing design principles.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965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3FB950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9659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&gt;_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234440" y="18288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SecurityOps Assistant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1252728" y="2788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offline, local-first AI security workflow assistant for Kali Linux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52728" y="3429000"/>
            <a:ext cx="147218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2F8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52728" y="3429000"/>
            <a:ext cx="1472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3.12+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907792" y="3429000"/>
            <a:ext cx="99212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7792" y="3429000"/>
            <a:ext cx="9921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PySide6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82796" y="3429000"/>
            <a:ext cx="896112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82796" y="3429000"/>
            <a:ext cx="8961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161788" y="3429000"/>
            <a:ext cx="2048256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61788" y="3429000"/>
            <a:ext cx="20482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LLM (Ollama)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92924" y="3429000"/>
            <a:ext cx="1472184" cy="384048"/>
          </a:xfrm>
          <a:prstGeom prst="roundRect">
            <a:avLst>
              <a:gd name="adj" fmla="val 47619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92924" y="3429000"/>
            <a:ext cx="14721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Offline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52728" y="42976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security assessments only · github.com/niyant07/SecurityOps-Assistant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workbench for an entire authorized engagement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56232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5623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08760" y="176479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Natural-language driven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508760" y="214884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a goal in plain English; the assistant plans the tools for you.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2770632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3026664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302666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508760" y="293522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Approval-gated execution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508760" y="3319272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runs until you review the exact commands and approve each step.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3941064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197096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19709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508760" y="410565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offline &amp; local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508760" y="4489704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storage, local LLM, no telemetry, no cloud — data never leaves your machine.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5111496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367528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D29922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36752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08760" y="5276088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to report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508760" y="5660136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 is parsed into highlights and rolled into HTML / PDF / Markdown reports.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&amp; authorization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are built into the code, not bolted 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195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883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25880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Authorized targets only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21284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systems you own or have written permission to test.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336499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" y="3346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25880" y="33101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Refuses harmful goals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25880" y="367588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Phishing, malware, ransomware, credential theft, and DoS are rejected at plan time.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57200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04672" y="482803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48097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25880" y="47731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approval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5880" y="513892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needs a per-step approval plus a confirmation dialog listing commands.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45352" y="164592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01384" y="190195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6501384" y="188366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022592" y="184708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Vetted command templates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022592" y="221284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LLM only selects tools; commands come from reviewed templates.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45352" y="310896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501384" y="336499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6501384" y="334670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022592" y="331012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Disruptive-op warnings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022592" y="367588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Noisy or active tests (brute force, injection) are flagged before you run them.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45352" y="4572000"/>
            <a:ext cx="5394960" cy="1325880"/>
          </a:xfrm>
          <a:prstGeom prst="roundRect">
            <a:avLst>
              <a:gd name="adj" fmla="val 620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501384" y="4828032"/>
            <a:ext cx="365760" cy="36576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32" name="Text 30"/>
          <p:cNvSpPr/>
          <p:nvPr/>
        </p:nvSpPr>
        <p:spPr>
          <a:xfrm>
            <a:off x="6501384" y="4809744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022592" y="4773168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 trail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022592" y="5138928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executed command and its output is persisted to the project database.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map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capability is an independent, discoverable plugin tab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04672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Workflow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goal → plan → run → explain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46704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02736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3602736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602736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602736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 in local SQLite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144768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0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&amp; Scope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00800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+ in/out of scope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42832" y="1645920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198864" y="1901952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FB950"/>
          </a:solidFill>
          <a:ln/>
        </p:spPr>
      </p:sp>
      <p:sp>
        <p:nvSpPr>
          <p:cNvPr id="22" name="Text 20"/>
          <p:cNvSpPr/>
          <p:nvPr/>
        </p:nvSpPr>
        <p:spPr>
          <a:xfrm>
            <a:off x="9198864" y="1901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198864" y="2560320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Launcher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9198864" y="2907792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&amp; run Kali tools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48640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04672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D29922"/>
          </a:solidFill>
          <a:ln/>
        </p:spPr>
      </p:sp>
      <p:sp>
        <p:nvSpPr>
          <p:cNvPr id="27" name="Text 25"/>
          <p:cNvSpPr/>
          <p:nvPr/>
        </p:nvSpPr>
        <p:spPr>
          <a:xfrm>
            <a:off x="804672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804672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History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04672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run, output &amp; status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346704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602736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F85149"/>
          </a:solidFill>
          <a:ln/>
        </p:spPr>
      </p:sp>
      <p:sp>
        <p:nvSpPr>
          <p:cNvPr id="32" name="Text 30"/>
          <p:cNvSpPr/>
          <p:nvPr/>
        </p:nvSpPr>
        <p:spPr>
          <a:xfrm>
            <a:off x="3602736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602736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3602736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Severity, CVSS, evidence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144768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00800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2F81F7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0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6400800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6400800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knowledge base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8942832" y="3639312"/>
            <a:ext cx="2670048" cy="1737360"/>
          </a:xfrm>
          <a:prstGeom prst="roundRect">
            <a:avLst>
              <a:gd name="adj" fmla="val 47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198864" y="3895344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A371F7"/>
          </a:solidFill>
          <a:ln/>
        </p:spPr>
      </p:sp>
      <p:sp>
        <p:nvSpPr>
          <p:cNvPr id="42" name="Text 40"/>
          <p:cNvSpPr/>
          <p:nvPr/>
        </p:nvSpPr>
        <p:spPr>
          <a:xfrm>
            <a:off x="9198864" y="38953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1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9198864" y="4553712"/>
            <a:ext cx="22128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9198864" y="4901184"/>
            <a:ext cx="22128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PDF / Markdown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Workflow loop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plain-English goal to a saved, explained result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goal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3346704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47872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23944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analyzes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44768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45936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5" name="Text 13"/>
          <p:cNvSpPr/>
          <p:nvPr/>
        </p:nvSpPr>
        <p:spPr>
          <a:xfrm>
            <a:off x="6345936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922008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Selects tools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8942832" y="1600200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144000" y="1837944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0" y="183794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720072" y="1600200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plan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2971800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23" name="Text 21"/>
          <p:cNvSpPr/>
          <p:nvPr/>
        </p:nvSpPr>
        <p:spPr>
          <a:xfrm>
            <a:off x="749808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25880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commands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3346704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7251A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47872" y="2971800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27" name="Text 25"/>
          <p:cNvSpPr/>
          <p:nvPr/>
        </p:nvSpPr>
        <p:spPr>
          <a:xfrm>
            <a:off x="3547872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4123944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approve</a:t>
            </a:r>
            <a:endParaRPr lang="en-US" sz="1350" dirty="0"/>
          </a:p>
        </p:txBody>
      </p:sp>
      <p:sp>
        <p:nvSpPr>
          <p:cNvPr id="29" name="Shape 27"/>
          <p:cNvSpPr/>
          <p:nvPr/>
        </p:nvSpPr>
        <p:spPr>
          <a:xfrm>
            <a:off x="6144768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45936" y="2971800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1" name="Text 29"/>
          <p:cNvSpPr/>
          <p:nvPr/>
        </p:nvSpPr>
        <p:spPr>
          <a:xfrm>
            <a:off x="6345936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922008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background</a:t>
            </a:r>
            <a:endParaRPr lang="en-US" sz="1350" dirty="0"/>
          </a:p>
        </p:txBody>
      </p:sp>
      <p:sp>
        <p:nvSpPr>
          <p:cNvPr id="33" name="Shape 31"/>
          <p:cNvSpPr/>
          <p:nvPr/>
        </p:nvSpPr>
        <p:spPr>
          <a:xfrm>
            <a:off x="8942832" y="2734056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144000" y="2971800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0" y="2971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9720072" y="2734056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output</a:t>
            </a:r>
            <a:endParaRPr lang="en-US" sz="1350" dirty="0"/>
          </a:p>
        </p:txBody>
      </p:sp>
      <p:sp>
        <p:nvSpPr>
          <p:cNvPr id="37" name="Shape 35"/>
          <p:cNvSpPr/>
          <p:nvPr/>
        </p:nvSpPr>
        <p:spPr>
          <a:xfrm>
            <a:off x="548640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49808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39" name="Text 37"/>
          <p:cNvSpPr/>
          <p:nvPr/>
        </p:nvSpPr>
        <p:spPr>
          <a:xfrm>
            <a:off x="749808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325880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findings</a:t>
            </a:r>
            <a:endParaRPr lang="en-US" sz="1350" dirty="0"/>
          </a:p>
        </p:txBody>
      </p:sp>
      <p:sp>
        <p:nvSpPr>
          <p:cNvPr id="41" name="Shape 39"/>
          <p:cNvSpPr/>
          <p:nvPr/>
        </p:nvSpPr>
        <p:spPr>
          <a:xfrm>
            <a:off x="3346704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547872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43" name="Text 41"/>
          <p:cNvSpPr/>
          <p:nvPr/>
        </p:nvSpPr>
        <p:spPr>
          <a:xfrm>
            <a:off x="3547872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4123944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Explains results</a:t>
            </a:r>
            <a:endParaRPr lang="en-US" sz="1350" dirty="0"/>
          </a:p>
        </p:txBody>
      </p:sp>
      <p:sp>
        <p:nvSpPr>
          <p:cNvPr id="45" name="Shape 43"/>
          <p:cNvSpPr/>
          <p:nvPr/>
        </p:nvSpPr>
        <p:spPr>
          <a:xfrm>
            <a:off x="6144768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45936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47" name="Text 45"/>
          <p:cNvSpPr/>
          <p:nvPr/>
        </p:nvSpPr>
        <p:spPr>
          <a:xfrm>
            <a:off x="6345936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6922008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Saves to project</a:t>
            </a:r>
            <a:endParaRPr lang="en-US" sz="1350" dirty="0"/>
          </a:p>
        </p:txBody>
      </p:sp>
      <p:sp>
        <p:nvSpPr>
          <p:cNvPr id="49" name="Shape 47"/>
          <p:cNvSpPr/>
          <p:nvPr/>
        </p:nvSpPr>
        <p:spPr>
          <a:xfrm>
            <a:off x="8942832" y="3867912"/>
            <a:ext cx="2670048" cy="932688"/>
          </a:xfrm>
          <a:prstGeom prst="roundRect">
            <a:avLst>
              <a:gd name="adj" fmla="val 8824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144000" y="4105656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51" name="Text 49"/>
          <p:cNvSpPr/>
          <p:nvPr/>
        </p:nvSpPr>
        <p:spPr>
          <a:xfrm>
            <a:off x="9144000" y="410565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9720072" y="3867912"/>
            <a:ext cx="1755648" cy="9326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report</a:t>
            </a:r>
            <a:endParaRPr lang="en-US" sz="1350" dirty="0"/>
          </a:p>
        </p:txBody>
      </p:sp>
      <p:sp>
        <p:nvSpPr>
          <p:cNvPr id="53" name="Text 51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is the human gate — execution never begins without it.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Usage walkthrough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goal: "Identify the IP and open ports of my website"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8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37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&amp; plan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103120"/>
            <a:ext cx="51206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example.com for open ports
</a:t>
            </a:r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Assistant: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example.com → 93.184.216.34. Proposed 2 steps (Nmap, Naabu). Review &amp; approve.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200400"/>
            <a:ext cx="5120640" cy="1005840"/>
          </a:xfrm>
          <a:prstGeom prst="roundRect">
            <a:avLst>
              <a:gd name="adj" fmla="val 4545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273552"/>
            <a:ext cx="484632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1. Nmap — service/version scan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nmap -sV -sC 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[x] 2. Naabu — fast port sweep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naabu -host example.com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3FB950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4343400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&amp; Run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77240" y="50292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command is shown before anything executes.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45352" y="1600200"/>
            <a:ext cx="5394960" cy="2331720"/>
          </a:xfrm>
          <a:prstGeom prst="roundRect">
            <a:avLst>
              <a:gd name="adj" fmla="val 352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73952" y="1737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output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73952" y="2103120"/>
            <a:ext cx="4937760" cy="1691640"/>
          </a:xfrm>
          <a:prstGeom prst="roundRect">
            <a:avLst>
              <a:gd name="adj" fmla="val 2703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11112" y="2176272"/>
            <a:ext cx="466344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nmap -sV -sC 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22/tcp  open  ssh   OpenSSH 8.2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80/tcp  open  http  nginx 1.18.0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443/tcp open  https nginx 1.18.0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 details: Linux 5.4 - 5.15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45352" y="411480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3952" y="4224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dashboard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73952" y="4572000"/>
            <a:ext cx="4937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22/tcp — ssh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80/tcp — http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Open port 443/tcp — https
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[nmap] OS: Linux 5.4 - 5.15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Beyond the AI tab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control and deliverables when you want them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Launcher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868680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~20 Kali tools via $PATH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tool + in-scope asset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built from a template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output; interactive tools open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terminal (Burp, msfconsole)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99432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· Assets · Findings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4645152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Engagements stored in SQLite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hosts / URLs / CIDRs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in-scope vs out-of-scope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severity, CVSS → severity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screenshots &amp; file evidence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1645920"/>
            <a:ext cx="3611880" cy="4206240"/>
          </a:xfrm>
          <a:prstGeom prst="roundRect">
            <a:avLst>
              <a:gd name="adj" fmla="val 227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75904" y="1874520"/>
            <a:ext cx="3063240" cy="502920"/>
          </a:xfrm>
          <a:prstGeom prst="roundRect">
            <a:avLst>
              <a:gd name="adj" fmla="val 14545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75904" y="1874520"/>
            <a:ext cx="3063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8421624" y="2560320"/>
            <a:ext cx="30175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(auto or written)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Findings, severity, CVSS, evidence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Embedded screenshots as data URIs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HTML, Markdown, or PDF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banner on every page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Bug Bounty Assistant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Scope-validated, methodology-driven authorized testing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577840" cy="4480560"/>
          </a:xfrm>
          <a:prstGeom prst="roundRect">
            <a:avLst>
              <a:gd name="adj" fmla="val 183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73736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 scope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103120"/>
            <a:ext cx="5120640" cy="1783080"/>
          </a:xfrm>
          <a:prstGeom prst="roundRect">
            <a:avLst>
              <a:gd name="adj" fmla="val 2564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176272"/>
            <a:ext cx="484632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scope: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*.example.com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10.0.0.0/24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admin.example.com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Rules: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&lt;= 5 req/s, no DoS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0233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type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4315968"/>
            <a:ext cx="603504" cy="365760"/>
          </a:xfrm>
          <a:prstGeom prst="roundRect">
            <a:avLst>
              <a:gd name="adj" fmla="val 50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315968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527048" y="4315968"/>
            <a:ext cx="603504" cy="365760"/>
          </a:xfrm>
          <a:prstGeom prst="roundRect">
            <a:avLst>
              <a:gd name="adj" fmla="val 50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27048" y="4315968"/>
            <a:ext cx="6035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276856" y="4315968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276856" y="4315968"/>
            <a:ext cx="9326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355848" y="4315968"/>
            <a:ext cx="1042416" cy="365760"/>
          </a:xfrm>
          <a:prstGeom prst="roundRect">
            <a:avLst>
              <a:gd name="adj" fmla="val 50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5848" y="4315968"/>
            <a:ext cx="1042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44568" y="4315968"/>
            <a:ext cx="1042416" cy="365760"/>
          </a:xfrm>
          <a:prstGeom prst="roundRect">
            <a:avLst>
              <a:gd name="adj" fmla="val 50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4568" y="4315968"/>
            <a:ext cx="10424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77240" y="4937760"/>
            <a:ext cx="51206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Imported entries are saved as project assets; rules stored on the project.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45352" y="1600200"/>
            <a:ext cx="5394960" cy="2377440"/>
          </a:xfrm>
          <a:prstGeom prst="roundRect">
            <a:avLst>
              <a:gd name="adj" fmla="val 3462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73952" y="173736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gate — hard authorization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73952" y="2148840"/>
            <a:ext cx="49377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app.example.com    -&gt; IN SCOPE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10.0.0.42          -&gt; IN SCOPE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admin.example.com  -&gt; REFUSED (excluded)
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evil.com           -&gt; REFUSED (unlisted)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45352" y="411480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473952" y="4224528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includes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10528" y="4572000"/>
            <a:ext cx="48463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Methodology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· Severity · CVSS · Evidence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steps · Remediation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 &amp; run on Kali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 inside your VirtualBox Kali VM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4008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28800"/>
            <a:ext cx="5943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start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286000"/>
            <a:ext cx="5943600" cy="1828800"/>
          </a:xfrm>
          <a:prstGeom prst="roundRect">
            <a:avLst>
              <a:gd name="adj" fmla="val 2500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359152"/>
            <a:ext cx="5669280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\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https://github.com/niyant07/\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SecurityOps-Assistant.git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SecurityOps-Assistant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./scripts/install.sh --run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297680"/>
            <a:ext cx="5943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install.sh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installs Qt/PDF system libs via apt, creates a .venv, installs Python deps, then launches the app.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086600" y="1645920"/>
            <a:ext cx="452628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315200" y="18288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first launch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360920" y="2286000"/>
            <a:ext cx="40233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~/.local/share/securityops/ (DB, logs, evidence, reports)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~/.config/securityops/config.yaml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installed Kali tools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run Ollama locally for fluent planning (ollama pull llama3)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fully offline without any model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23774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code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566928" y="3749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layers, and how each module fits together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Layered architecture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 point one way — the core never imports the GUI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920240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2F81F7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1865376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gui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852160" y="1865376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PySide6 main window, dark theme, shared widgets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89320" y="257860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816352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999232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3FB950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2944368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852160" y="2944368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tabs: AI workflow, tools, assets, findings, scans, reporting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989320" y="3657600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895344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078224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A371F7"/>
          </a:solidFill>
          <a:ln/>
        </p:spPr>
      </p:sp>
      <p:sp>
        <p:nvSpPr>
          <p:cNvPr id="17" name="Text 15"/>
          <p:cNvSpPr/>
          <p:nvPr/>
        </p:nvSpPr>
        <p:spPr>
          <a:xfrm>
            <a:off x="1051560" y="402336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workflow  ·  ai  ·  reporting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852160" y="402336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Planner/engine/parsers · assistant + local LLM · report generator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989320" y="473659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974336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5157216"/>
            <a:ext cx="128016" cy="548640"/>
          </a:xfrm>
          <a:prstGeom prst="roundRect">
            <a:avLst>
              <a:gd name="adj" fmla="val 35714"/>
            </a:avLst>
          </a:prstGeom>
          <a:solidFill>
            <a:srgbClr val="D29922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5102352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core  ·  models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5852160" y="5102352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Config, logging, SQLite, threading, tool catalog, plugin mgr · dataclasses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Repository 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securityops/ — one package per responsibility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6766560" cy="4297680"/>
          </a:xfrm>
          <a:prstGeom prst="roundRect">
            <a:avLst>
              <a:gd name="adj" fmla="val 1064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719072"/>
            <a:ext cx="6492240" cy="4151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securityops/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core/       config, logging, paths, database,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tasks (threads), tools, plugins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models/     Project, Asset, Scan, Finding,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Evidence  +  enums (Severity…)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workflow/   plan, planner, parsers,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engine, explain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bugbounty/  scope, methodology,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planner, report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ai/         assistant, knowledge, llm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reporting/  generator + Jinja2 template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gui/        main_window, theme, widgets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plugins/    workflow_chat, tool_launcher,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         assets, scans, findings, …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config/     default_config.yaml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app.py / __main__.py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498080" y="1645920"/>
            <a:ext cx="4114800" cy="4297680"/>
          </a:xfrm>
          <a:prstGeom prst="roundRect">
            <a:avLst>
              <a:gd name="adj" fmla="val 2000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26680" y="18288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suite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26680" y="2286000"/>
            <a:ext cx="36576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passing tests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headless layers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5661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test_config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test_database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test_tools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test_models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test_assistant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test_reporting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test_planner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test_parsers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test_llm fallback</a:t>
            </a:r>
            <a:endParaRPr lang="en-US" sz="11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test_explain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13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layer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Framework-free services, shared through one AppContext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config.py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16712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YAML: defaults ← user overrides, dotted-key access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53912" y="1600200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9944" y="17830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logging_config.py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9944" y="2167128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file + console logs under the securityops namespace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99008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04672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database.py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04672" y="3557016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SQLite; one repository per entity; WAL + FK 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53912" y="2990088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409944" y="3172968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tasks.py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09944" y="3557016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QThreadPool Worker + QProcess CommandRunner + TaskManager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37997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804672" y="45628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tools.py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04672" y="4946904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Kali catalog, $PATH detection, template command builder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53912" y="4379976"/>
            <a:ext cx="5394960" cy="1234440"/>
          </a:xfrm>
          <a:prstGeom prst="roundRect">
            <a:avLst>
              <a:gd name="adj" fmla="val 666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409944" y="4562856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plugins.py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9944" y="4946904"/>
            <a:ext cx="493776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Discovers plugin modules; PluginBase + PluginManager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catalog &amp; command safety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are data, built from vetted templates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catalog entry (ToolSpec)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12848"/>
            <a:ext cx="5029200" cy="1965960"/>
          </a:xfrm>
          <a:prstGeom prst="roundRect">
            <a:avLst>
              <a:gd name="adj" fmla="val 2326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75488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ToolSpec(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'nmap', 'Nmap', 'nmap',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ToolCategory.RECON,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'Network mapper: ports,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services, OS detection.',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template=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'{binary} -sV -sC {target}')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34340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tools: nmap, nikto, gobuster, ffuf, sqlmap, httpx, amass, subfinder, hydra, hashcat…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safe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10528" y="2240280"/>
            <a:ext cx="48463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{target} and params fill named placeholders — no free-form command strings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build_command() raises if a required placeholder is missing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split_command() uses shlex — never a shell, so no injection via metacharacters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via shutil.which; missing tools are skipped, not guessed</a:t>
            </a:r>
            <a:endParaRPr lang="en-US" sz="1250" dirty="0"/>
          </a:p>
          <a:p>
            <a:pPr marL="177800" indent="-177800"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tools (Burp, msfconsole) are launch-only, never auto-driven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15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workflow package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of the AI tab — five small modules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783080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2F81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8308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plan.py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514600" y="1709928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WorkflowPlan / WorkflowStep data model; per-step status lifecycle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542032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724912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724912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planner.py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14600" y="265176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 goal → plan. Intent classifier picks tools; LLM only re-orders; harmful goals refused; target resolved via socket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483864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666744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666744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parsers.py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14600" y="3593592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extraction of findings from raw output (ports, OS, paths, CVEs)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425696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4608576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4608576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engine.py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14600" y="4535424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QObject: runs approved steps in background, streams output, persists each run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367528"/>
            <a:ext cx="11064240" cy="841248"/>
          </a:xfrm>
          <a:prstGeom prst="roundRect">
            <a:avLst>
              <a:gd name="adj" fmla="val 9783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5550408"/>
            <a:ext cx="1554480" cy="475488"/>
          </a:xfrm>
          <a:prstGeom prst="roundRect">
            <a:avLst>
              <a:gd name="adj" fmla="val 11538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550408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explain.py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514600" y="5477256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Plain-English step &amp; plan summaries; LLM if present, template otherwise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planning works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first; the LLM only assists tool selection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901952"/>
            <a:ext cx="457200" cy="457200"/>
          </a:xfrm>
          <a:prstGeom prst="ellipse">
            <a:avLst/>
          </a:prstGeom>
          <a:solidFill>
            <a:srgbClr val="F85149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9019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17320" y="177393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206240" y="177393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Regex scan for harmful intent → refuse early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77240" y="2999232"/>
            <a:ext cx="457200" cy="457200"/>
          </a:xfrm>
          <a:prstGeom prst="ellipse">
            <a:avLst/>
          </a:prstGeom>
          <a:solidFill>
            <a:srgbClr val="2F81F7"/>
          </a:solidFill>
          <a:ln/>
        </p:spPr>
      </p:sp>
      <p:sp>
        <p:nvSpPr>
          <p:cNvPr id="12" name="Text 10"/>
          <p:cNvSpPr/>
          <p:nvPr/>
        </p:nvSpPr>
        <p:spPr>
          <a:xfrm>
            <a:off x="777240" y="29992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417320" y="287121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target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206240" y="287121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URL / IP / host; resolve DNS via socket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396849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tools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06240" y="396849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intents → ordered tool keys (LLM may re-order, validated vs catalog)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11064240" cy="960120"/>
          </a:xfrm>
          <a:prstGeom prst="roundRect">
            <a:avLst>
              <a:gd name="adj" fmla="val 8571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5193792"/>
            <a:ext cx="457200" cy="457200"/>
          </a:xfrm>
          <a:prstGeom prst="ellipse">
            <a:avLst/>
          </a:prstGeom>
          <a:solidFill>
            <a:srgbClr val="A371F7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193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417320" y="5065776"/>
            <a:ext cx="2743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steps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206240" y="5065776"/>
            <a:ext cx="722376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command from ToolRegistry template; mark disruptive warnings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property: the model influences WHICH tools run and in what order — never the command text itself.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17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the Bug Bounty module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Reuses the shared engine, DB &amp; reporting — adds scope + methodology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49808" y="1764792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C2128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764792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scope.py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743200" y="1691640"/>
            <a:ext cx="8686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&amp; validate engagement scope: wildcards, IPs, CIDRs, subdomains — out-of-scope always wins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496312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2660904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C2128"/>
          </a:solidFill>
          <a:ln w="12700">
            <a:solidFill>
              <a:srgbClr val="2F81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2660904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methodology.py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2743200" y="2587752"/>
            <a:ext cx="8686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target-type chains (web / API / mobile / desktop / network): recon → enum → assessment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92424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49808" y="3557016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C2128"/>
          </a:solidFill>
          <a:ln w="12700">
            <a:solidFill>
              <a:srgbClr val="A371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49808" y="3557016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37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planner.py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743200" y="3483864"/>
            <a:ext cx="8686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Scope-gated, methodology-driven plans; refuses out-of-scope &amp; harmful goals; recommend_next()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288536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4453128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C2128"/>
          </a:solidFill>
          <a:ln w="12700">
            <a:solidFill>
              <a:srgbClr val="D299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9808" y="4453128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299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report.py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2743200" y="4379976"/>
            <a:ext cx="8686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bounty report (Scope, Methodology, Reproduction) via the shared report generator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5184648"/>
            <a:ext cx="11064240" cy="786384"/>
          </a:xfrm>
          <a:prstGeom prst="roundRect">
            <a:avLst>
              <a:gd name="adj" fmla="val 1046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9808" y="5349240"/>
            <a:ext cx="1783080" cy="457200"/>
          </a:xfrm>
          <a:prstGeom prst="roundRect">
            <a:avLst>
              <a:gd name="adj" fmla="val 12000"/>
            </a:avLst>
          </a:prstGeom>
          <a:solidFill>
            <a:srgbClr val="1C2128"/>
          </a:solidFill>
          <a:ln w="12700">
            <a:solidFill>
              <a:srgbClr val="F8514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9808" y="5349240"/>
            <a:ext cx="1783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851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integration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2743200" y="5276088"/>
            <a:ext cx="8686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v2 adds findings.reproduction; plugin shares the project DB, WorkflowEngine &amp; Explainer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gate: out-of-scope and unlisted targets are refused at plan time — before any command exists.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18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Execution engine &amp; audit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Background, sequential, fully recorded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Signal-driven state machine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run(plan, project_id) — only APPROVED steps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_advance() finds next approved step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CommandRunner (QProcess) streams output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finish → parse findings, persist Scan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auto-advance to the next step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plan_finished → explain the whole run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73952" y="2212848"/>
            <a:ext cx="4937760" cy="1554480"/>
          </a:xfrm>
          <a:prstGeom prst="roundRect">
            <a:avLst>
              <a:gd name="adj" fmla="val 2941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11112" y="2286000"/>
            <a:ext cx="466344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Workflow started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EXEC step=0 tool=nmap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DONE step=0 exit=0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findings=4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audit | Workflow finished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73952" y="3931920"/>
            <a:ext cx="49377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executed command, its exit code, and output are written to the scan history table and the log.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19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local LLM client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local-only, and never required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F81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ai/llm.py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Talks only to Ollama on localhost:11434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library only — no new dependency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available() probes with a short timeout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generate_json() tolerates code-fenced output</a:t>
            </a:r>
            <a:endParaRPr lang="en-US" sz="1250" dirty="0"/>
          </a:p>
          <a:p>
            <a:pPr marL="152400" indent="-1524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failure → returns None → rules take over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45352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7251A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73952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Graceful degradation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10528" y="2286000"/>
            <a:ext cx="48463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present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fluent planning &amp; explanations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absent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deterministic rules &amp; templates
</a:t>
            </a:r>
            <a:endParaRPr lang="en-US" sz="1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300" i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features either way — the app is fully functional offline with no model installed.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20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 &amp; plugin system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stable seam keeps features decoupled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9496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plugin works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212848"/>
            <a:ext cx="4937760" cy="1965960"/>
          </a:xfrm>
          <a:prstGeom prst="roundRect">
            <a:avLst>
              <a:gd name="adj" fmla="val 2326"/>
            </a:avLst>
          </a:prstGeom>
          <a:solidFill>
            <a:srgbClr val="0B0F14"/>
          </a:solidFill>
          <a:ln w="12700">
            <a:solidFill>
              <a:srgbClr val="30363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286000"/>
            <a:ext cx="466344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MyPlugin(PluginBase):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meta = PluginMeta(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identifier='my_tab',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title='My Tab',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priority=70)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def create_widget(self):</a:t>
            </a:r>
            <a:endParaRPr lang="en-US" sz="11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MyWidget(self)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43434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PluginManager discovers any module exposing PLUGIN or get_plugin() and orders tabs by priority.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645920"/>
            <a:ext cx="548640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8105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GUI layer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355080" y="228600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main_window.py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355080" y="258775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selector, tabs from plugins, authorization prompt on new project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355080" y="31546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theme.py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55080" y="345643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QSS + palette mirroring the GitHub-dark look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355080" y="40233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widgets.py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5080" y="432511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helpers: confirm dialogs, placeholders, section labels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355080" y="489204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AppContext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355080" y="5193792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Injects config, db, tasks, tools, llm into every plugin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21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Reporting engine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 bundle, three output formats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957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1810512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37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ReportBundle → render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286000"/>
            <a:ext cx="45720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Gathers project, findings, assets, scans, evidence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Jinja2 template renders self-contained HTML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Screenshots embedded as base64 data URIs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WeasyPrint converts HTML → PDF (Linux)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Hand-rolled Markdown serializer for .md</a:t>
            </a:r>
            <a:endParaRPr lang="en-US" sz="12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from CVSS; auto executive summary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943600" y="1645920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975104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172200" y="1975104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726680" y="1975104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self-contained, shareable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943600" y="3090672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3419856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F85149"/>
          </a:solidFill>
          <a:ln/>
        </p:spPr>
      </p:sp>
      <p:sp>
        <p:nvSpPr>
          <p:cNvPr id="14" name="Text 12"/>
          <p:cNvSpPr/>
          <p:nvPr/>
        </p:nvSpPr>
        <p:spPr>
          <a:xfrm>
            <a:off x="6172200" y="3419856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726680" y="3419856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deliverable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943600" y="4535424"/>
            <a:ext cx="5669280" cy="1298448"/>
          </a:xfrm>
          <a:prstGeom prst="roundRect">
            <a:avLst>
              <a:gd name="adj" fmla="val 6338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4864608"/>
            <a:ext cx="1371600" cy="640080"/>
          </a:xfrm>
          <a:prstGeom prst="roundRect">
            <a:avLst>
              <a:gd name="adj" fmla="val 11429"/>
            </a:avLst>
          </a:prstGeom>
          <a:solidFill>
            <a:srgbClr val="2F81F7"/>
          </a:solidFill>
          <a:ln/>
        </p:spPr>
      </p:sp>
      <p:sp>
        <p:nvSpPr>
          <p:cNvPr id="18" name="Text 16"/>
          <p:cNvSpPr/>
          <p:nvPr/>
        </p:nvSpPr>
        <p:spPr>
          <a:xfrm>
            <a:off x="6172200" y="4864608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726680" y="4864608"/>
            <a:ext cx="3657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&amp; wikis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473952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SecurityOps Assistant  ·  22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4114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6EDF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quality &amp; takeaways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48640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FB9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46704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346704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8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3346704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tabs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44768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144768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371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~20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6144768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 tools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42832" y="1554480"/>
            <a:ext cx="2670048" cy="1463040"/>
          </a:xfrm>
          <a:prstGeom prst="roundRect">
            <a:avLst>
              <a:gd name="adj" fmla="val 5625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942832" y="1691640"/>
            <a:ext cx="267004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299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8942832" y="2450592"/>
            <a:ext cx="2670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formats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11064240" cy="2331720"/>
          </a:xfrm>
          <a:prstGeom prst="roundRect">
            <a:avLst>
              <a:gd name="adj" fmla="val 3529"/>
            </a:avLst>
          </a:prstGeom>
          <a:solidFill>
            <a:srgbClr val="161B22"/>
          </a:solidFill>
          <a:ln w="12700">
            <a:solidFill>
              <a:srgbClr val="30363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2960" y="340156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68680" y="3840480"/>
            <a:ext cx="104241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Type-hinted, documented, error-handled — production-minded throughout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logic is GUI-free, so it is tested headlessly without a display server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enforced in code: refusal, approval gates, template commands, audit logging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Extensible: add a feature by dropping a plugin; add a tool by adding a catalog entry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github.com/niyant07/SecurityOps-Assistant  ·  Authorized, lawful use only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SecurityOps Assistant</dc:title>
  <dc:subject>PptxGenJS Presentation</dc:subject>
  <dc:creator>niyant07</dc:creator>
  <cp:lastModifiedBy>niyant07</cp:lastModifiedBy>
  <cp:revision>1</cp:revision>
  <dcterms:created xsi:type="dcterms:W3CDTF">2026-07-16T05:41:51Z</dcterms:created>
  <dcterms:modified xsi:type="dcterms:W3CDTF">2026-07-16T05:41:51Z</dcterms:modified>
</cp:coreProperties>
</file>