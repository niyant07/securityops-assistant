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2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30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  <Relationship Id="rId29" Type="http://schemas.openxmlformats.org/officeDocument/2006/relationships/slide" Target="slides/slide23.xml"/>
  <Relationship Id="rId30" Type="http://schemas.openxmlformats.org/officeDocument/2006/relationships/slide" Target="slides/slide24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SecurityOps Assistant is a local, offline desktop app for authorized security assessments on Kali Linux.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unifies planning, execution, evidence, and reporting into one local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enforced structurally: refusal at planning, approval gates, template-only commands, audit logging.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built-in plugin tabs. New capabilities are added by dropping a module into the plugins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12-step loop. Highlighted step 6 is the mandatory approval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Walkthrough of the example goal: plan, approval, live output, and extracted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manual tabs: tool launcher, project/asset/finding management, and report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 Bounty usage: import scope, hard scope-gate validation, methodology workflow, report with reproduction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Installation via the one-shot script; first-run behavior and the optional local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code explanation portion.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layers; the core is GUI-agnostic so it is testable headlessly.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Directory layout and the test suite that covers non-GUI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services: config, logging, database repositories, threading, tool catalog, plugin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 catalog is declarative; commands are always built from templates and split without a 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modules: plan model, planner, parsers, engine, explainer.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Planner pipeline: refuse → extract target → select tools → build vetted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 Bounty module code: scope, methodology, planner, report, and how it integrates with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runs approved steps in order via QProcess and records everything for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is optional and local; the app degrades to deterministic rules without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Plugins subclass PluginBase and are auto-discovered; the GUI wires them into tabs via AppContext.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generator assembles all project data and renders HTML, PDF, or Markdown.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metrics and closing design principles.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65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1828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SecurityOps Assistant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252728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offline, local-first AI security workflow assistant for Kali Linux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52728" y="3429000"/>
            <a:ext cx="1472184" cy="384048"/>
          </a:xfrm>
          <a:prstGeom prst="roundRect">
            <a:avLst>
              <a:gd name="adj" fmla="val 47619"/>
            </a:avLst>
          </a:prstGeom>
          <a:solidFill>
            <a:srgbClr val="1C2128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3429000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3.12+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07792" y="3429000"/>
            <a:ext cx="992124" cy="384048"/>
          </a:xfrm>
          <a:prstGeom prst="roundRect">
            <a:avLst>
              <a:gd name="adj" fmla="val 47619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3429000"/>
            <a:ext cx="9921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PySide6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82796" y="3429000"/>
            <a:ext cx="896112" cy="384048"/>
          </a:xfrm>
          <a:prstGeom prst="roundRect">
            <a:avLst>
              <a:gd name="adj" fmla="val 47619"/>
            </a:avLst>
          </a:prstGeom>
          <a:solidFill>
            <a:srgbClr val="1C2128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82796" y="342900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1788" y="3429000"/>
            <a:ext cx="2048256" cy="384048"/>
          </a:xfrm>
          <a:prstGeom prst="roundRect">
            <a:avLst>
              <a:gd name="adj" fmla="val 47619"/>
            </a:avLst>
          </a:prstGeom>
          <a:solidFill>
            <a:srgbClr val="1C212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1788" y="3429000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(Ollama)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92924" y="3429000"/>
            <a:ext cx="1472184" cy="384048"/>
          </a:xfrm>
          <a:prstGeom prst="roundRect">
            <a:avLst>
              <a:gd name="adj" fmla="val 47619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92924" y="3429000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52728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security assessments only · github.com/niyant07/SecurityOps-Assistant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workbench for an entire authorized engagement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562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56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7647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driven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goal in plain English; the assistant plans the tools for you.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02666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266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293522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Approval-gated execution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3192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until you review the exact commands and approve each step.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41064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19709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371F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970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10565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&amp; local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4897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storage, local LLM, no telemetry, no cloud — data never leaves your machine.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11496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36752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2992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67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52760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to report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566013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is parsed into highlights and rolled into HTML / PDF / Markdown reports.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authorization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 built into the code, not bolted 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01952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83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8470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targets only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21284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systems you own or have written permission to test.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364992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310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harmful goals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67588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malware, ransomware, credential theft, and DoS are rejected at plan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828032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809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7731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approval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513892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needs a per-step approval plus a confirmation dialog listing commands.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5352" y="164592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01384" y="1901952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6501384" y="1883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22592" y="18470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command templates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22592" y="221284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LLM only selects tools; commands come from reviewed templates.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45352" y="310896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01384" y="3364992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6501384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22592" y="3310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Disruptive-op warnings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22592" y="367588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or active tests (brute force, injection) are flagged before you run them.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45352" y="457200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01384" y="4828032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2" name="Text 30"/>
          <p:cNvSpPr/>
          <p:nvPr/>
        </p:nvSpPr>
        <p:spPr>
          <a:xfrm>
            <a:off x="6501384" y="4809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22592" y="47731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22592" y="513892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executed command and its output is persisted to the project database.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is an independent, discoverable plugin tab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0195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90779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goal → plan → run → explain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46704" y="1645920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190195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02736" y="25603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2736" y="290779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 in local SQLite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44768" y="1645920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90195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A371F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25603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&amp; Scope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90779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+ in/out of scope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42832" y="1645920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98864" y="190195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9198864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98864" y="25603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Launcher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98864" y="290779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&amp; run Kali tools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639312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389534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29922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04672" y="455371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4672" y="490118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run, output &amp; status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46704" y="3639312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02736" y="389534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85149"/>
          </a:solidFill>
          <a:ln/>
        </p:spPr>
      </p:sp>
      <p:sp>
        <p:nvSpPr>
          <p:cNvPr id="32" name="Text 30"/>
          <p:cNvSpPr/>
          <p:nvPr/>
        </p:nvSpPr>
        <p:spPr>
          <a:xfrm>
            <a:off x="3602736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602736" y="455371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602736" y="490118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CVSS, evidence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44768" y="3639312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389534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F81F7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400800" y="455371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00800" y="490118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knowledge base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942832" y="3639312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98864" y="389534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A371F7"/>
          </a:solidFill>
          <a:ln/>
        </p:spPr>
      </p:sp>
      <p:sp>
        <p:nvSpPr>
          <p:cNvPr id="42" name="Text 40"/>
          <p:cNvSpPr/>
          <p:nvPr/>
        </p:nvSpPr>
        <p:spPr>
          <a:xfrm>
            <a:off x="9198864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198864" y="455371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98864" y="490118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PDF / Markdown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Workflow loop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plain-English goal to a saved, explained result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70048" cy="932688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37944"/>
            <a:ext cx="457200" cy="45720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17556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goal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46704" y="1600200"/>
            <a:ext cx="2670048" cy="932688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837944"/>
            <a:ext cx="457200" cy="45720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23944" y="1600200"/>
            <a:ext cx="17556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44768" y="1600200"/>
            <a:ext cx="2670048" cy="932688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837944"/>
            <a:ext cx="457200" cy="45720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22008" y="1600200"/>
            <a:ext cx="17556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tools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942832" y="1600200"/>
            <a:ext cx="2670048" cy="932688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0" y="1837944"/>
            <a:ext cx="457200" cy="45720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20072" y="1600200"/>
            <a:ext cx="17556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plan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2734056"/>
            <a:ext cx="2670048" cy="932688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2971800"/>
            <a:ext cx="457200" cy="45720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2734056"/>
            <a:ext cx="17556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commands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346704" y="2734056"/>
            <a:ext cx="2670048" cy="932688"/>
          </a:xfrm>
          <a:prstGeom prst="roundRect">
            <a:avLst>
              <a:gd name="adj" fmla="val 8824"/>
            </a:avLst>
          </a:prstGeom>
          <a:solidFill>
            <a:srgbClr val="17251A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47872" y="297180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354787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123944" y="2734056"/>
            <a:ext cx="17556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44768" y="2734056"/>
            <a:ext cx="2670048" cy="932688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45936" y="2971800"/>
            <a:ext cx="457200" cy="457200"/>
          </a:xfrm>
          <a:prstGeom prst="ellipse">
            <a:avLst/>
          </a:prstGeom>
          <a:solidFill>
            <a:srgbClr val="A371F7"/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22008" y="2734056"/>
            <a:ext cx="17556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background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942832" y="2734056"/>
            <a:ext cx="2670048" cy="932688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44000" y="2971800"/>
            <a:ext cx="457200" cy="457200"/>
          </a:xfrm>
          <a:prstGeom prst="ellipse">
            <a:avLst/>
          </a:prstGeom>
          <a:solidFill>
            <a:srgbClr val="A371F7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720072" y="2734056"/>
            <a:ext cx="17556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output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48640" y="3867912"/>
            <a:ext cx="2670048" cy="932688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9808" y="4105656"/>
            <a:ext cx="457200" cy="457200"/>
          </a:xfrm>
          <a:prstGeom prst="ellipse">
            <a:avLst/>
          </a:prstGeom>
          <a:solidFill>
            <a:srgbClr val="A371F7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25880" y="3867912"/>
            <a:ext cx="17556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findings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3346704" y="3867912"/>
            <a:ext cx="2670048" cy="932688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547872" y="4105656"/>
            <a:ext cx="457200" cy="457200"/>
          </a:xfrm>
          <a:prstGeom prst="ellipse">
            <a:avLst/>
          </a:prstGeom>
          <a:solidFill>
            <a:srgbClr val="A371F7"/>
          </a:solidFill>
          <a:ln/>
        </p:spPr>
      </p:sp>
      <p:sp>
        <p:nvSpPr>
          <p:cNvPr id="43" name="Text 41"/>
          <p:cNvSpPr/>
          <p:nvPr/>
        </p:nvSpPr>
        <p:spPr>
          <a:xfrm>
            <a:off x="3547872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123944" y="3867912"/>
            <a:ext cx="17556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results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144768" y="3867912"/>
            <a:ext cx="2670048" cy="932688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45936" y="4105656"/>
            <a:ext cx="457200" cy="457200"/>
          </a:xfrm>
          <a:prstGeom prst="ellipse">
            <a:avLst/>
          </a:prstGeom>
          <a:solidFill>
            <a:srgbClr val="A371F7"/>
          </a:solidFill>
          <a:ln/>
        </p:spPr>
      </p:sp>
      <p:sp>
        <p:nvSpPr>
          <p:cNvPr id="47" name="Text 45"/>
          <p:cNvSpPr/>
          <p:nvPr/>
        </p:nvSpPr>
        <p:spPr>
          <a:xfrm>
            <a:off x="6345936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922008" y="3867912"/>
            <a:ext cx="17556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project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942832" y="3867912"/>
            <a:ext cx="2670048" cy="932688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144000" y="4105656"/>
            <a:ext cx="457200" cy="457200"/>
          </a:xfrm>
          <a:prstGeom prst="ellipse">
            <a:avLst/>
          </a:prstGeom>
          <a:solidFill>
            <a:srgbClr val="A371F7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720072" y="3867912"/>
            <a:ext cx="175564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report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is the human gate — execution never begins without 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walkthrough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goal: "Identify the IP and open ports of my website"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77840" cy="4480560"/>
          </a:xfrm>
          <a:prstGeom prst="roundRect">
            <a:avLst>
              <a:gd name="adj" fmla="val 18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37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plan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example.com for open ports
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example.com → 93.184.216.34. Proposed 2 steps (Nmap, Naabu). Review &amp; approve.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5120640" cy="1005840"/>
          </a:xfrm>
          <a:prstGeom prst="roundRect">
            <a:avLst>
              <a:gd name="adj" fmla="val 4545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73552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 1. Nmap — service/version scan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nmap -sV -sC example.com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 2. Naabu — fast port sweep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naabu -host example.com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434340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Run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is shown before anything executes.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160020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73952" y="2103120"/>
            <a:ext cx="4937760" cy="1691640"/>
          </a:xfrm>
          <a:prstGeom prst="roundRect">
            <a:avLst>
              <a:gd name="adj" fmla="val 2703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2176272"/>
            <a:ext cx="46634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-sV -sC example.com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22/tcp  open  ssh   OpenSSH 8.2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80/tcp  open  http  nginx 1.18.0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443/tcp open  https nginx 1.18.0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details: Linux 5.4 - 5.15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45352" y="41148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3952" y="4224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45720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[nmap] Open port 22/tcp — ssh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[nmap] Open port 80/tcp — http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[nmap] Open port 443/tcp — https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[nmap] OS: Linux 5.4 - 5.15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AI tab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control and deliverables when you want them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Launcher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~20 Kali tools via $PATH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tool + in-scope asset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built from a template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output; interactive tools open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terminal (Burp, msfconsole)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64592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87452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1C2128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8745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· Assets · Findings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45152" y="25603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 stored in SQLite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hosts / URLs / CIDRs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in-scope vs out-of-scope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severity, CVSS → severity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screenshots &amp; file evidence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1584" y="164592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187452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1C212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18745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21624" y="25603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(auto or written)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severity, CVSS, evidence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screenshots as data URIs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HTML, Markdown, or PDF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banner on every page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Bug Bounty Assistant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Scope-validated, methodology-driven authorized testing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577840" cy="4480560"/>
          </a:xfrm>
          <a:prstGeom prst="roundRect">
            <a:avLst>
              <a:gd name="adj" fmla="val 18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37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5120640" cy="1783080"/>
          </a:xfrm>
          <a:prstGeom prst="roundRect">
            <a:avLst>
              <a:gd name="adj" fmla="val 2564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76272"/>
            <a:ext cx="484632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scope: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*.example.com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10.0.0.0/24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of scope: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admin.example.com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&lt;= 5 req/s, no 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315968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1C2128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15968"/>
            <a:ext cx="60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27048" y="4315968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1C2128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7048" y="4315968"/>
            <a:ext cx="60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76856" y="4315968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1C2128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76856" y="4315968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55848" y="4315968"/>
            <a:ext cx="1042416" cy="365760"/>
          </a:xfrm>
          <a:prstGeom prst="roundRect">
            <a:avLst>
              <a:gd name="adj" fmla="val 50000"/>
            </a:avLst>
          </a:prstGeom>
          <a:solidFill>
            <a:srgbClr val="1C2128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4315968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44568" y="4315968"/>
            <a:ext cx="1042416" cy="365760"/>
          </a:xfrm>
          <a:prstGeom prst="roundRect">
            <a:avLst>
              <a:gd name="adj" fmla="val 50000"/>
            </a:avLst>
          </a:prstGeom>
          <a:solidFill>
            <a:srgbClr val="1C2128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4315968"/>
            <a:ext cx="1042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937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entries are saved as project assets; rules stored on the project.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45352" y="160020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73952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gate — hard authorization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3952" y="21488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app.example.com    -&gt; IN SCOPE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10.0.0.42          -&gt; IN SCOPE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admin.example.com  -&gt; REFUSED (excluded)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evil.com           -&gt; REFUSED (unlisted)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45352" y="41148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73952" y="4224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includes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10528" y="4572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Methodology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Severity · CVSS · Evidence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steps · Remediation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run on Kali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inside your VirtualBox Kali VM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400800" cy="420624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28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5943600" cy="1828800"/>
          </a:xfrm>
          <a:prstGeom prst="roundRect">
            <a:avLst>
              <a:gd name="adj" fmla="val 2500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59152"/>
            <a:ext cx="56692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https://github.com/niyant07/\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SecurityOps-Assistant.git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SecurityOps-Assistant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./scripts/install.sh --run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install.sh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installs Qt/PDF system libs via apt, creates a .venv, installs Python deps, then launches the app.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86600" y="1645920"/>
            <a:ext cx="4526280" cy="420624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launch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60920" y="22860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~/.local/share/securityops/ (DB, logs, evidence, reports)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~/.config/securityops/config.yaml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installed Kali tools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run Ollama locally for fluent planning (ollama pull llama3)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without any model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code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3749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layers, and how each module fits together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point one way — the core never imports the GUI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128016" cy="548640"/>
          </a:xfrm>
          <a:prstGeom prst="roundRect">
            <a:avLst>
              <a:gd name="adj" fmla="val 35714"/>
            </a:avLst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6537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8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52160" y="1865376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PySide6 main window, dark theme, shared widgets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89320" y="25786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999232"/>
            <a:ext cx="128016" cy="548640"/>
          </a:xfrm>
          <a:prstGeom prst="roundRect">
            <a:avLst>
              <a:gd name="adj" fmla="val 35714"/>
            </a:avLst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94436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2944368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tabs: AI workflow, tools, assets, findings, scans, reporting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89320" y="36576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078224"/>
            <a:ext cx="128016" cy="548640"/>
          </a:xfrm>
          <a:prstGeom prst="roundRect">
            <a:avLst>
              <a:gd name="adj" fmla="val 35714"/>
            </a:avLst>
          </a:prstGeom>
          <a:solidFill>
            <a:srgbClr val="A371F7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023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7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 ·  ai  ·  reporting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52160" y="40233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Planner/engine/parsers · assistant + local LLM · report generator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89320" y="47365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74336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157216"/>
            <a:ext cx="128016" cy="548640"/>
          </a:xfrm>
          <a:prstGeom prst="roundRect">
            <a:avLst>
              <a:gd name="adj" fmla="val 35714"/>
            </a:avLst>
          </a:prstGeom>
          <a:solidFill>
            <a:srgbClr val="D29922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10235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 ·  models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852160" y="5102352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logging, SQLite, threading, tool catalog, plugin mgr · dataclasses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securityops/ — one package per responsibility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766560" cy="4297680"/>
          </a:xfrm>
          <a:prstGeom prst="roundRect">
            <a:avLst>
              <a:gd name="adj" fmla="val 1064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19072"/>
            <a:ext cx="649224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securityops/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core/       config, logging, paths, database,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tasks (threads), tools, plugins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     Project, Asset, Scan, Finding,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Evidence  +  enums (Severity…)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workflow/   plan, planner, parsers,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engine, explain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bugbounty/  scope, methodology,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planner, report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ai/         assistant, knowledge, llm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reporting/  generator + Jinja2 template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gui/        main_window, theme, widgets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plugins/    workflow_chat, tool_launcher,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assets, scans, findings, …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     default_config.yaml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app.py / __main__.py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0" y="1645920"/>
            <a:ext cx="4114800" cy="429768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26680" y="2286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passing tests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headless layers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31546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test_config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test_database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test_tools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test_models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test_assistant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test_reporting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test_planner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test_parsers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test_llm fallback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test_explain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Framework-free services, shared through one AppContext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1671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YAML: defaults ← user overrides, dotted-key access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53912" y="160020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9944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logging_config.py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9944" y="21671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file + console logs under the securityops namespace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3172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355701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SQLite; one repository per entity; WAL + FK 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53912" y="2990088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9944" y="3172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7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tasks.py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9944" y="355701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QThreadPool Worker + QProcess CommandRunner + TaskManager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79976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" y="45628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tools.py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494690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Kali catalog, $PATH detection, template command builder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3912" y="4379976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9944" y="45628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plugins.py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9944" y="494690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plugin modules; PluginBase + PluginManager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catalog &amp; command safety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are data, built from vetted templates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10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 entry (ToolSpec)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212848"/>
            <a:ext cx="5029200" cy="1965960"/>
          </a:xfrm>
          <a:prstGeom prst="roundRect">
            <a:avLst>
              <a:gd name="adj" fmla="val 2326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75488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ToolSpec(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'nmap', 'Nmap', 'nmap',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ToolCategory.RECON,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'Network mapper: ports,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services, OS detection.',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template=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'{binary} -sV -sC {target}')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3434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tools: nmap, nikto, gobuster, ffuf, sqlmap, httpx, amass, subfinder, hydra, hashcat…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64592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73952" y="1810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safe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10528" y="22402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{target} and params fill named placeholders — no free-form command strings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build_command() raises if a required placeholder is missing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split_command() uses shlex — never a shell, so no injection via metacharacters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via shutil.which; missing tools are skipped, not guessed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tools (Burp, msfconsole) are launch-only, never auto-driven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 package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AI tab — five small modules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8308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709928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WorkflowPlan / WorkflowStep data model; per-step status lifecycle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724912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2491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651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goal → plan. Intent classifier picks tools; LLM only re-orders; harmful goals refused; target resolved via socket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666744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66674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parsers.py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359359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extraction of findings from raw output (ports, OS, paths, CVEs)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25696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608576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60857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engine.py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453542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QObject: runs approved steps in background, streams output, persists each run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6752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5550408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55040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5477256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step &amp; plan summaries; LLM if present, template otherwise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planning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first; the LLM only assists tool selection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01952"/>
            <a:ext cx="457200" cy="45720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773936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1773936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scan for harmful intent → refuse early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999232"/>
            <a:ext cx="457200" cy="457200"/>
          </a:xfrm>
          <a:prstGeom prst="ellipse">
            <a:avLst/>
          </a:prstGeom>
          <a:solidFill>
            <a:srgbClr val="2F81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871216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target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2871216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URL / IP / host; resolve DNS via socket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968496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tools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3968496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intents → ordered tool keys (LLM may re-order, validated vs catalog)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A371F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065776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steps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06240" y="5065776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command from ToolRegistry template; mark disruptive warnings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property: the model influences WHICH tools run and in what order — never the command text itself.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Bug Bounty module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shared engine, DB &amp; reporting — adds scope + methodology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6479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scope.py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1691640"/>
            <a:ext cx="868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&amp; validate engagement scope: wildcards, IPs, CIDRs, subdomains — out-of-scope always wins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66090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66090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8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methodology.py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3200" y="2587752"/>
            <a:ext cx="868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target-type chains (web / API / mobile / desktop / network): recon → enum → assessment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557016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55701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37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planner.py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43200" y="3483864"/>
            <a:ext cx="868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Scope-gated, methodology-driven plans; refuses out-of-scope &amp; harmful goals; recommend_next()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88536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453128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4531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43200" y="4379976"/>
            <a:ext cx="868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 report (Scope, Methodology, Reproduction) via the shared report generator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184648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534924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3492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43200" y="5276088"/>
            <a:ext cx="868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v2 adds findings.reproduction; plugin shares the project DB, WorkflowEngine &amp; Explainer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gate: out-of-scope and unlisted targets are refused at plan time — before any command exists.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engine &amp; audit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sequential, fully recorded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10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Signal-driven state machine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run(plan, project_id) — only APPROVED steps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_advance() finds next approved step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CommandRunner (QProcess) streams output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finish → parse findings, persist Scan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auto-advance to the next step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plan_finished → explain the whole run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64592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1810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73952" y="2212848"/>
            <a:ext cx="4937760" cy="1554480"/>
          </a:xfrm>
          <a:prstGeom prst="roundRect">
            <a:avLst>
              <a:gd name="adj" fmla="val 2941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286000"/>
            <a:ext cx="46634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| Workflow started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| EXEC step=0 tool=nmap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| DONE step=0 exit=0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findings=4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| Workflow finished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3952" y="393192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executed command, its exit code, and output are written to the scan history table and the log.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local LLM client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local-only, and never required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10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ai/llm.py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only to Ollama on localhost:11434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only — no new dependency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available() probes with a short timeout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generate_json() tolerates code-fenced output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 → returns None → rules take over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64592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7251A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1810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0528" y="22860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present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fluent planning &amp; explanations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absent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deterministic rules &amp; templates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features either way — the app is fully functional offline with no model installed.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&amp; plugin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seam keeps features decoupled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10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plugin works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212848"/>
            <a:ext cx="4937760" cy="1965960"/>
          </a:xfrm>
          <a:prstGeom prst="roundRect">
            <a:avLst>
              <a:gd name="adj" fmla="val 2326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6634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MyPlugin(PluginBase):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 = PluginMeta(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identifier='my_tab',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title='My Tab',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priority=70)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create_widget(self):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MyWidget(self)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PluginManager discovers any module exposing PLUGIN or get_plugin() and orders tabs by priority.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810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main_window.py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58775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selector, tabs from plugins, authorization prompt on new project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55080" y="3154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theme.py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34564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QSS + palette mirroring the GitHub-dark look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widgets.py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43251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helpers: confirm dialogs, placeholders, section labels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4892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AppContext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5193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config, db, tasks, tools, llm into every plugin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bundle, three output formats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20640" cy="4206240"/>
          </a:xfrm>
          <a:prstGeom prst="roundRect">
            <a:avLst>
              <a:gd name="adj" fmla="val 1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10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ReportBundle → render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project, findings, assets, scans, evidence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 renders self-contained HTML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embedded as base64 data URIs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 converts HTML → PDF (Linux)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Markdown serializer for .md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from CVSS; auto executive summary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645920"/>
            <a:ext cx="5669280" cy="1298448"/>
          </a:xfrm>
          <a:prstGeom prst="roundRect">
            <a:avLst>
              <a:gd name="adj" fmla="val 6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975104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97510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26680" y="197510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self-contained, shareable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3090672"/>
            <a:ext cx="5669280" cy="1298448"/>
          </a:xfrm>
          <a:prstGeom prst="roundRect">
            <a:avLst>
              <a:gd name="adj" fmla="val 6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3419856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85149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3419856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26680" y="341985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deliverable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4535424"/>
            <a:ext cx="5669280" cy="1298448"/>
          </a:xfrm>
          <a:prstGeom prst="roundRect">
            <a:avLst>
              <a:gd name="adj" fmla="val 6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4864608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2F81F7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486460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6680" y="48646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wikis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quality &amp;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70048" cy="1463040"/>
          </a:xfrm>
          <a:prstGeom prst="roundRect">
            <a:avLst>
              <a:gd name="adj" fmla="val 562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91640"/>
            <a:ext cx="2670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46704" y="1554480"/>
            <a:ext cx="2670048" cy="1463040"/>
          </a:xfrm>
          <a:prstGeom prst="roundRect">
            <a:avLst>
              <a:gd name="adj" fmla="val 562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46704" y="1691640"/>
            <a:ext cx="2670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8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46704" y="245059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tabs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44768" y="1554480"/>
            <a:ext cx="2670048" cy="1463040"/>
          </a:xfrm>
          <a:prstGeom prst="roundRect">
            <a:avLst>
              <a:gd name="adj" fmla="val 562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1691640"/>
            <a:ext cx="2670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37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144768" y="245059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tools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42832" y="1554480"/>
            <a:ext cx="2670048" cy="1463040"/>
          </a:xfrm>
          <a:prstGeom prst="roundRect">
            <a:avLst>
              <a:gd name="adj" fmla="val 562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42832" y="1691640"/>
            <a:ext cx="2670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29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42832" y="245059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formats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064240" cy="2331720"/>
          </a:xfrm>
          <a:prstGeom prst="roundRect">
            <a:avLst>
              <a:gd name="adj" fmla="val 35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4015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Type-hinted, documented, error-handled — production-minded throughout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is GUI-free, so it is tested headlessly without a display server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enforced in code: refusal, approval gates, template commands, audit logging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Extensible: add a feature by dropping a plugin; add a tool by adding a catalog entry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github.com/niyant07/SecurityOps-Assistant  ·  Authorized, lawful use only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Disclosure &amp; Reporting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verified findings to a recorded, human-approved disclosure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8308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709928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findings, rank by severity and confidence, and flag items to verify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724912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2491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651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 editable report — adds Business Impact and a Timeline of Assessment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666744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66674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359359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 target's RFC 9116 security.txt and auto-fill the recipient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25696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608576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60857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453542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professional, vendor-friendly disclosure email (LLM-refined if available)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6752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5550408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55040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5477256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to prepare: save report + .eml, open mail client; never auto-sends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739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SecurityOps Assistant  ·  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Disclosure module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shared DB, AI &amp; reporting — adds curation, security.txt &amp; email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83080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8308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security_txt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709928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9116 parse + optional user-triggered fetch of the security contact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724912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2491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curate.py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651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Deduplicate, rank by severity + confidence, and flag Tentative findings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666744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66674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email_gen.py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359359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vendor-friendly disclosure email; LLM-refine optional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25696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608576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60857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453542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report (Business Impact, Timeline, confidence) via shared generator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6752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5550408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C2128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55040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5477256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v3 (findings.confidence, disclosures table); prepare-only, never sends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SecurityOps Assistant</dc:title>
  <dc:subject>PptxGenJS Presentation</dc:subject>
  <dc:creator>niyant07</dc:creator>
  <cp:lastModifiedBy>niyant07</cp:lastModifiedBy>
  <cp:revision>1</cp:revision>
  <dcterms:created xsi:type="dcterms:W3CDTF">2026-07-16T05:41:51Z</dcterms:created>
  <dcterms:modified xsi:type="dcterms:W3CDTF">2026-07-16T05:41:51Z</dcterms:modified>
</cp:coreProperties>
</file>