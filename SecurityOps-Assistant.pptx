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SecurityOps Assistant is a local, offline desktop app for authorized security assessments on Kali Linux.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unifies planning, execution, evidence, and reporting into one local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is enforced structurally: refusal at planning, approval gates, template-only commands, audit logging.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built-in plugin tabs. New capabilities are added by dropping a module into the plugins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12-step loop. Highlighted step 6 is the mandatory approval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Walkthrough of the example goal: plan, approval, live output, and extracted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manual tabs: tool launcher, project/asset/finding management, and report generation.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Installation via the one-shot script; first-run behavior and the optional local LLM.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code explanation portion.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layers; the core is GUI-agnostic so it is testable headlessly.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Directory layout and the test suite that covers non-GUI logic.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services: config, logging, database repositories, threading, tool catalog, plugin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tool catalog is declarative; commands are always built from templates and split without a 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modules: plan model, planner, parsers, engine, explainer.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Planner pipeline: refuse → extract target → select tools → build vetted commands.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runs approved steps in order via QProcess and records everything for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is optional and local; the app degrades to deterministic rules without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Plugins subclass PluginBase and are auto-discovered; the GUI wires them into tabs via AppContext.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generator assembles all project data and renders HTML, PDF, or Markdown.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Quality metrics and closing design principles.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65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SecurityOps Assistant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252728" y="2788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offline, local-first AI security workflow assistant for Kali Linux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52728" y="3429000"/>
            <a:ext cx="1472184" cy="384048"/>
          </a:xfrm>
          <a:prstGeom prst="roundRect">
            <a:avLst>
              <a:gd name="adj" fmla="val 47619"/>
            </a:avLst>
          </a:prstGeom>
          <a:solidFill>
            <a:srgbClr val="1C2128"/>
          </a:solidFill>
          <a:ln w="12700">
            <a:solidFill>
              <a:srgbClr val="2F81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2728" y="3429000"/>
            <a:ext cx="1472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3.12+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07792" y="3429000"/>
            <a:ext cx="992124" cy="384048"/>
          </a:xfrm>
          <a:prstGeom prst="roundRect">
            <a:avLst>
              <a:gd name="adj" fmla="val 47619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7792" y="3429000"/>
            <a:ext cx="9921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PySide6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2796" y="3429000"/>
            <a:ext cx="896112" cy="384048"/>
          </a:xfrm>
          <a:prstGeom prst="roundRect">
            <a:avLst>
              <a:gd name="adj" fmla="val 47619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2796" y="3429000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61788" y="3429000"/>
            <a:ext cx="2048256" cy="384048"/>
          </a:xfrm>
          <a:prstGeom prst="roundRect">
            <a:avLst>
              <a:gd name="adj" fmla="val 47619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61788" y="3429000"/>
            <a:ext cx="20482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(Ollama)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92924" y="3429000"/>
            <a:ext cx="1472184" cy="384048"/>
          </a:xfrm>
          <a:prstGeom prst="roundRect">
            <a:avLst>
              <a:gd name="adj" fmla="val 47619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92924" y="3429000"/>
            <a:ext cx="1472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Offline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52728" y="4297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security assessments only · github.com/niyant07/SecurityOps-Assistant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workbench for an entire authorized engagement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562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2F81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56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76479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driven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08760" y="21488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goal in plain English; the assistant plans the tools for you.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02666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02666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2935224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Approval-gated execution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31927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runs until you review the exact commands and approve each step.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41064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197096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A371F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1970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105656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 &amp; local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4489704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storage, local LLM, no telemetry, no cloud — data never leaves your machine.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11496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36752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D29922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08760" y="52760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to report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508760" y="5660136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 is parsed into highlights and rolled into HTML / PDF / Markdown reports.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&amp; authorization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are built into the code, not bolted 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90195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83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84708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targets only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221284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systems you own or have written permission to test.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336499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346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331012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harmful goals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67588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Phishing, malware, ransomware, credential theft, and DoS are rejected at plan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482803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8097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25880" y="47731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approval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25880" y="513892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needs a per-step approval plus a confirmation dialog listing commands.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45352" y="16459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01384" y="190195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6501384" y="1883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022592" y="184708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command templates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22592" y="221284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LLM only selects tools; commands come from reviewed templates.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45352" y="310896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01384" y="336499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7" name="Text 25"/>
          <p:cNvSpPr/>
          <p:nvPr/>
        </p:nvSpPr>
        <p:spPr>
          <a:xfrm>
            <a:off x="6501384" y="3346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22592" y="331012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Disruptive-op warnings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367588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 or active tests (brute force, injection) are flagged before you run them.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45352" y="457200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501384" y="482803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32" name="Text 30"/>
          <p:cNvSpPr/>
          <p:nvPr/>
        </p:nvSpPr>
        <p:spPr>
          <a:xfrm>
            <a:off x="6501384" y="48097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22592" y="47731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22592" y="513892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executed command and its output is persisted to the project database.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map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capability is an independent, discoverable plugin tab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90195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F81F7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04672" y="256032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Workflow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2907792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goal → plan → run → explain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46704" y="16459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190195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3602736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02736" y="256032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2907792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Engagements in local SQLite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44768" y="16459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190195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A371F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00800" y="256032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&amp; Scope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2907792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+ in/out of scope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42832" y="16459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98864" y="190195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9198864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256032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Launcher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198864" y="2907792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&amp; run Kali tools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639312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4672" y="3895344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D29922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04672" y="45537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04672" y="4901184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run, output &amp; status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346704" y="3639312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02736" y="3895344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85149"/>
          </a:solidFill>
          <a:ln/>
        </p:spPr>
      </p:sp>
      <p:sp>
        <p:nvSpPr>
          <p:cNvPr id="32" name="Text 30"/>
          <p:cNvSpPr/>
          <p:nvPr/>
        </p:nvSpPr>
        <p:spPr>
          <a:xfrm>
            <a:off x="3602736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02736" y="45537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3602736" y="4901184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CVSS, evidence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144768" y="3639312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0" y="3895344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F81F7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0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400800" y="45537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400800" y="4901184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knowledge base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942832" y="3639312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198864" y="3895344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A371F7"/>
          </a:solidFill>
          <a:ln/>
        </p:spPr>
      </p:sp>
      <p:sp>
        <p:nvSpPr>
          <p:cNvPr id="42" name="Text 40"/>
          <p:cNvSpPr/>
          <p:nvPr/>
        </p:nvSpPr>
        <p:spPr>
          <a:xfrm>
            <a:off x="9198864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9198864" y="45537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198864" y="4901184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PDF / Markdown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Workflow loop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plain-English goal to a saved, explained result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837944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37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600200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goal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46704" y="1600200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837944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837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23944" y="1600200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44768" y="1600200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45936" y="1837944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15" name="Text 13"/>
          <p:cNvSpPr/>
          <p:nvPr/>
        </p:nvSpPr>
        <p:spPr>
          <a:xfrm>
            <a:off x="6345936" y="1837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22008" y="1600200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tools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942832" y="1600200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4000" y="1837944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0" y="1837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720072" y="1600200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plan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2734056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" y="2971800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2734056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commands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346704" y="2734056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7251A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47872" y="2971800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7" name="Text 25"/>
          <p:cNvSpPr/>
          <p:nvPr/>
        </p:nvSpPr>
        <p:spPr>
          <a:xfrm>
            <a:off x="3547872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123944" y="2734056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approve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44768" y="2734056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45936" y="2971800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31" name="Text 29"/>
          <p:cNvSpPr/>
          <p:nvPr/>
        </p:nvSpPr>
        <p:spPr>
          <a:xfrm>
            <a:off x="6345936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22008" y="2734056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background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8942832" y="2734056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0" y="2971800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720072" y="2734056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output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548640" y="3867912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9808" y="4105656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39" name="Text 37"/>
          <p:cNvSpPr/>
          <p:nvPr/>
        </p:nvSpPr>
        <p:spPr>
          <a:xfrm>
            <a:off x="749808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325880" y="3867912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 findings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3346704" y="3867912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547872" y="4105656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43" name="Text 41"/>
          <p:cNvSpPr/>
          <p:nvPr/>
        </p:nvSpPr>
        <p:spPr>
          <a:xfrm>
            <a:off x="3547872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4123944" y="3867912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results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6144768" y="3867912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345936" y="4105656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47" name="Text 45"/>
          <p:cNvSpPr/>
          <p:nvPr/>
        </p:nvSpPr>
        <p:spPr>
          <a:xfrm>
            <a:off x="6345936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922008" y="3867912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to project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8942832" y="3867912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144000" y="4105656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51" name="Text 49"/>
          <p:cNvSpPr/>
          <p:nvPr/>
        </p:nvSpPr>
        <p:spPr>
          <a:xfrm>
            <a:off x="9144000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9720072" y="3867912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report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is the human gate — execution never begins without it.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Usage walkthrough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goal: "Identify the IP and open ports of my website"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577840" cy="4480560"/>
          </a:xfrm>
          <a:prstGeom prst="roundRect">
            <a:avLst>
              <a:gd name="adj" fmla="val 18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373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plan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example.com for open ports
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example.com → 93.184.216.34. Proposed 2 steps (Nmap, Naabu). Review &amp; approve.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200400"/>
            <a:ext cx="5120640" cy="1005840"/>
          </a:xfrm>
          <a:prstGeom prst="roundRect">
            <a:avLst>
              <a:gd name="adj" fmla="val 4545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273552"/>
            <a:ext cx="4846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1. Nmap — service/version scan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nmap -sV -sC example.com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2. Naabu — fast port sweep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naabu -host example.com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434340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343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&amp; Run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50292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is shown before anything executes.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45352" y="1600200"/>
            <a:ext cx="5394960" cy="2331720"/>
          </a:xfrm>
          <a:prstGeom prst="roundRect">
            <a:avLst>
              <a:gd name="adj" fmla="val 352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73952" y="17373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73952" y="2103120"/>
            <a:ext cx="4937760" cy="1691640"/>
          </a:xfrm>
          <a:prstGeom prst="roundRect">
            <a:avLst>
              <a:gd name="adj" fmla="val 2703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11112" y="2176272"/>
            <a:ext cx="466344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nmap -sV -sC example.com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22/tcp  open  ssh   OpenSSH 8.2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80/tcp  open  http  nginx 1.18.0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443/tcp open  https nginx 1.18.0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details: Linux 5.4 - 5.15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5352" y="411480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3952" y="42245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dashboard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73952" y="45720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[nmap] Open port 22/tcp — ssh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[nmap] Open port 80/tcp — http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[nmap] Open port 443/tcp — https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[nmap] OS: Linux 5.4 - 5.15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AI tab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control and deliverables when you want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611880" cy="4206240"/>
          </a:xfrm>
          <a:prstGeom prst="roundRect">
            <a:avLst>
              <a:gd name="adj" fmla="val 22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74520"/>
            <a:ext cx="3063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Launcher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30175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~20 Kali tools via $PATH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tool + in-scope asset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built from a template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output; interactive tools open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terminal (Burp, msfconsole)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3611880" cy="4206240"/>
          </a:xfrm>
          <a:prstGeom prst="roundRect">
            <a:avLst>
              <a:gd name="adj" fmla="val 22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1874520"/>
            <a:ext cx="3063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· Assets · Findings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645152" y="2560320"/>
            <a:ext cx="30175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Engagements stored in SQLite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hosts / URLs / CIDRs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in-scope vs out-of-scope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severity, CVSS → severity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screenshots &amp; file evidence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01584" y="1645920"/>
            <a:ext cx="3611880" cy="4206240"/>
          </a:xfrm>
          <a:prstGeom prst="roundRect">
            <a:avLst>
              <a:gd name="adj" fmla="val 22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5904" y="1874520"/>
            <a:ext cx="3063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21624" y="2560320"/>
            <a:ext cx="30175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(auto or written)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severity, CVSS, evidence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screenshots as data URIs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HTML, Markdown, or PDF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banner on every page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&amp; run on Kali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inside your VirtualBox Kali VM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640080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288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286000"/>
            <a:ext cx="5943600" cy="1828800"/>
          </a:xfrm>
          <a:prstGeom prst="roundRect">
            <a:avLst>
              <a:gd name="adj" fmla="val 2500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59152"/>
            <a:ext cx="566928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\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https://github.com/niyant07/\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SecurityOps-Assistant.git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SecurityOps-Assistant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./scripts/install.sh --run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429768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install.sh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installs Qt/PDF system libs via apt, creates a .venv, installs Python deps, then launches the app.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086600" y="1645920"/>
            <a:ext cx="452628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0" y="1828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launch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~/.local/share/securityops/ (DB, logs, evidence, reports)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~/.config/securityops/config.yaml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installed Kali tools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run Ollama locally for fluent planning (ollama pull llama3)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fully offline without any model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code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749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layers, and how each module fits together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point one way — the core never imports the GUI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20240"/>
            <a:ext cx="128016" cy="548640"/>
          </a:xfrm>
          <a:prstGeom prst="roundRect">
            <a:avLst>
              <a:gd name="adj" fmla="val 35714"/>
            </a:avLst>
          </a:prstGeom>
          <a:solidFill>
            <a:srgbClr val="2F81F7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865376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852160" y="1865376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PySide6 main window, dark theme, shared widgets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89320" y="25786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999232"/>
            <a:ext cx="128016" cy="548640"/>
          </a:xfrm>
          <a:prstGeom prst="roundRect">
            <a:avLst>
              <a:gd name="adj" fmla="val 35714"/>
            </a:avLst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944368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2944368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tabs: AI workflow, tools, assets, findings, scans, reporting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989320" y="36576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95344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4078224"/>
            <a:ext cx="128016" cy="548640"/>
          </a:xfrm>
          <a:prstGeom prst="roundRect">
            <a:avLst>
              <a:gd name="adj" fmla="val 35714"/>
            </a:avLst>
          </a:prstGeom>
          <a:solidFill>
            <a:srgbClr val="A371F7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023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37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  ·  ai  ·  reporting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52160" y="402336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Planner/engine/parsers · assistant + local LLM · report generator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989320" y="473659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74336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5157216"/>
            <a:ext cx="128016" cy="548640"/>
          </a:xfrm>
          <a:prstGeom prst="roundRect">
            <a:avLst>
              <a:gd name="adj" fmla="val 35714"/>
            </a:avLst>
          </a:prstGeom>
          <a:solidFill>
            <a:srgbClr val="D29922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5102352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 ·  models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852160" y="5102352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Config, logging, SQLite, threading, tool catalog, plugin mgr · dataclasses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 structure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securityops/ — one package per responsibility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6766560" cy="4297680"/>
          </a:xfrm>
          <a:prstGeom prst="roundRect">
            <a:avLst>
              <a:gd name="adj" fmla="val 1064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19072"/>
            <a:ext cx="6492240" cy="4151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securityops/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core/       config, logging, paths, database,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        tasks (threads), tools, plugins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models/     Project, Asset, Scan, Finding,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        Evidence  +  enums (Severity…)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workflow/   plan, planner, parsers,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        engine, explain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ai/         assistant, knowledge, llm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reporting/  generator + Jinja2 template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gui/        main_window, theme, widgets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plugins/    workflow_chat, tool_launcher,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        assets, scans, findings, …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config/     default_config.yaml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app.py / __main__.py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0" y="1645920"/>
            <a:ext cx="4114800" cy="429768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2668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26680" y="22860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passing tests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headless layers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31546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test_config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test_database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test_tools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test_models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test_assistant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test_reporting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test_planner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test_parsers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test_llm fallback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test_explain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layer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Framework-free services, shared through one AppContext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config.py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167128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YAML: defaults ← user overrides, dotted-key access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53912" y="160020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9944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logging_config.py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9944" y="2167128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file + console logs under the securityops namespace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database.py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04672" y="3557016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SQLite; one repository per entity; WAL + FK 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53912" y="299008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9944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7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tasks.py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9944" y="3557016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QThreadPool Worker + QProcess CommandRunner + TaskManager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7997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4672" y="45628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tools.py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946904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Kali catalog, $PATH detection, template command builder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53912" y="437997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9944" y="45628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plugins.py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9944" y="4946904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Discovers plugin modules; PluginBase + PluginManager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catalog &amp; command safety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are data, built from vetted templates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10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catalog entry (ToolSpec)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212848"/>
            <a:ext cx="5029200" cy="1965960"/>
          </a:xfrm>
          <a:prstGeom prst="roundRect">
            <a:avLst>
              <a:gd name="adj" fmla="val 2326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86000"/>
            <a:ext cx="475488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ToolSpec(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'nmap', 'Nmap', 'nmap',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ToolCategory.RECON,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'Network mapper: ports,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services, OS detection.',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template=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'{binary} -sV -sC {target}')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434340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tools: nmap, nikto, gobuster, ffuf, sqlmap, httpx, amass, subfinder, hydra, hashcat…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5352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73952" y="18105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safe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10528" y="224028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{target} and params fill named placeholders — no free-form command strings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build_command() raises if a required placeholder is missing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split_command() uses shlex — never a shell, so no injection via metacharacters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via shutil.which; missing tools are skipped, not guessed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tools (Burp, msfconsole) are launch-only, never auto-driven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workflow package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of the AI tab — five small modules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783080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C2128"/>
          </a:solidFill>
          <a:ln w="12700">
            <a:solidFill>
              <a:srgbClr val="2F81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783080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plan.py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14600" y="1709928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WorkflowPlan / WorkflowStep data model; per-step status lifecycle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724912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724912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planner.py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14600" y="265176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goal → plan. Intent classifier picks tools; LLM only re-orders; harmful goals refused; target resolved via socket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483864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3666744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666744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parsers.py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14600" y="3593592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extraction of findings from raw output (ports, OS, paths, CVEs)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425696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9808" y="4608576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4608576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37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engine.py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514600" y="4535424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QObject: runs approved steps in background, streams output, persists each run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367528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" y="5550408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C2128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5550408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explain.py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514600" y="5477256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step &amp; plan summaries; LLM if present, template otherwise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planning works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first; the LLM only assists tool selection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01952"/>
            <a:ext cx="457200" cy="457200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01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1773936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06240" y="1773936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scan for harmful intent → refuse early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999232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9992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2871216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target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06240" y="2871216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URL / IP / host; resolve DNS via socket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096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3968496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tools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06240" y="3968496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intents → ordered tool keys (LLM may re-order, validated vs catalog)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193792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193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17320" y="5065776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steps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206240" y="5065776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from ToolRegistry template; mark disruptive warnings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property: the model influences WHICH tools run and in what order — never the command text itself.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engine &amp; audit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Background, sequential, fully recorded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10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Signal-driven state machine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run(plan, project_id) — only APPROVED steps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_advance() finds next approved step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CommandRunner (QProcess) streams output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finish → parse findings, persist Scan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auto-advance to the next step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plan_finished → explain the whole run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45352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73952" y="18105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73952" y="2212848"/>
            <a:ext cx="4937760" cy="1554480"/>
          </a:xfrm>
          <a:prstGeom prst="roundRect">
            <a:avLst>
              <a:gd name="adj" fmla="val 2941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11112" y="2286000"/>
            <a:ext cx="46634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| Workflow started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| EXEC step=0 tool=nmap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| DONE step=0 exit=0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findings=4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| Workflow finished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73952" y="393192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executed command, its exit code, and output are written to the scan history table and the log.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local LLM client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local-only, and never required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10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ai/llm.py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Talks only to Ollama on localhost:11434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library only — no new dependency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available() probes with a short timeout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generate_json() tolerates code-fenced output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failure → returns None → rules take over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45352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7251A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73952" y="18105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10528" y="228600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present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fluent planning &amp; explanations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absent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deterministic rules &amp; templates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features either way — the app is fully functional offline with no model installed.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 &amp; plugin system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stable seam keeps features decoupled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105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plugin works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212848"/>
            <a:ext cx="4937760" cy="1965960"/>
          </a:xfrm>
          <a:prstGeom prst="roundRect">
            <a:avLst>
              <a:gd name="adj" fmla="val 2326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86000"/>
            <a:ext cx="466344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MyPlugin(PluginBase):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 = PluginMeta(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identifier='my_tab',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title='My Tab',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priority=70)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create_widget(self):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MyWidget(self)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434340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PluginManager discovers any module exposing PLUGIN or get_plugin() and orders tabs by priority.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810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GUI layer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5080" y="2286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main_window.py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55080" y="258775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selector, tabs from plugins, authorization prompt on new project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55080" y="3154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55080" y="345643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QSS + palette mirroring the GitHub-dark look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355080" y="4023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5080" y="43251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helpers: confirm dialogs, placeholders, section labels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355080" y="48920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AppContext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51937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config, db, tasks, tools, llm into every plugin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engine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 bundle, three output formats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1051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ReportBundle → render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Gathers project, findings, assets, scans, evidence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template renders self-contained HTML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embedded as base64 data URIs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WeasyPrint converts HTML → PDF (Linux)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Markdown serializer for .md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from CVSS; auto executive summary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645920"/>
            <a:ext cx="5669280" cy="1298448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975104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6172200" y="1975104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26680" y="1975104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self-contained, shareable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0" y="3090672"/>
            <a:ext cx="5669280" cy="1298448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3419856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F85149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3419856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26680" y="3419856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deliverable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0" y="4535424"/>
            <a:ext cx="5669280" cy="1298448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4864608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2F81F7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486460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26680" y="486460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&amp; wikis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quality &amp;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70048" cy="1463040"/>
          </a:xfrm>
          <a:prstGeom prst="roundRect">
            <a:avLst>
              <a:gd name="adj" fmla="val 562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691640"/>
            <a:ext cx="2670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450592"/>
            <a:ext cx="2670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46704" y="1554480"/>
            <a:ext cx="2670048" cy="1463040"/>
          </a:xfrm>
          <a:prstGeom prst="roundRect">
            <a:avLst>
              <a:gd name="adj" fmla="val 562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46704" y="1691640"/>
            <a:ext cx="2670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8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346704" y="2450592"/>
            <a:ext cx="2670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layers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44768" y="1554480"/>
            <a:ext cx="2670048" cy="1463040"/>
          </a:xfrm>
          <a:prstGeom prst="roundRect">
            <a:avLst>
              <a:gd name="adj" fmla="val 562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44768" y="1691640"/>
            <a:ext cx="2670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37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144768" y="2450592"/>
            <a:ext cx="2670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 tools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42832" y="1554480"/>
            <a:ext cx="2670048" cy="1463040"/>
          </a:xfrm>
          <a:prstGeom prst="roundRect">
            <a:avLst>
              <a:gd name="adj" fmla="val 562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42832" y="1691640"/>
            <a:ext cx="2670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299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42832" y="2450592"/>
            <a:ext cx="2670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formats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11064240" cy="2331720"/>
          </a:xfrm>
          <a:prstGeom prst="roundRect">
            <a:avLst>
              <a:gd name="adj" fmla="val 352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4015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Type-hinted, documented, error-handled — production-minded throughout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logic is GUI-free, so it is tested headlessly without a display server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enforced in code: refusal, approval gates, template commands, audit logging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Extensible: add a feature by dropping a plugin; add a tool by adding a catalog entry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github.com/niyant07/SecurityOps-Assistant  ·  Authorized, lawful use only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SecurityOps Assistant</dc:title>
  <dc:subject>PptxGenJS Presentation</dc:subject>
  <dc:creator>niyant07</dc:creator>
  <cp:lastModifiedBy>niyant07</cp:lastModifiedBy>
  <cp:revision>1</cp:revision>
  <dcterms:created xsi:type="dcterms:W3CDTF">2026-07-16T05:05:53Z</dcterms:created>
  <dcterms:modified xsi:type="dcterms:W3CDTF">2026-07-16T05:05:53Z</dcterms:modified>
</cp:coreProperties>
</file>